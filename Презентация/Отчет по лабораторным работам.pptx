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Average"/>
      <p:regular r:id="rId14"/>
    </p:embeddedFont>
    <p:embeddedFont>
      <p:font typeface="Oswa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regular.fntdata"/><Relationship Id="rId14" Type="http://schemas.openxmlformats.org/officeDocument/2006/relationships/font" Target="fonts/Average-regular.fntdata"/><Relationship Id="rId16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1ef827af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1ef827af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1ef827af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1ef827af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1ef827af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1ef827af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1ef827af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1ef827af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1ef827af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1ef827af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1ef827af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1ef827af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1ef827af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1ef827af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0" y="759550"/>
            <a:ext cx="7801500" cy="99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Отчет по лабораторным работам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367300" y="4146250"/>
            <a:ext cx="377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Выполнил курсант 331г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Янковский Егор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начала устанавливаем программы для работы</a:t>
            </a:r>
            <a:endParaRPr/>
          </a:p>
        </p:txBody>
      </p:sp>
      <p:pic>
        <p:nvPicPr>
          <p:cNvPr id="66" name="Google Shape;66;p14" title="Снимок экрана 2026-05-03 1411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50" y="1275300"/>
            <a:ext cx="3528575" cy="26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Снимок экрана 2026-05-04 1946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3925" y="2058725"/>
            <a:ext cx="2717899" cy="273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Снимок экрана 2026-05-04 19495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8172" y="1178400"/>
            <a:ext cx="3279275" cy="215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Далее выполняем первую работу в eclipse </a:t>
            </a:r>
            <a:endParaRPr/>
          </a:p>
        </p:txBody>
      </p:sp>
      <p:pic>
        <p:nvPicPr>
          <p:cNvPr id="74" name="Google Shape;74;p15" title="первая тема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325" y="1349450"/>
            <a:ext cx="3557775" cy="24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вторая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0975" y="1123025"/>
            <a:ext cx="4007652" cy="24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Третья тема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8922" y="2535228"/>
            <a:ext cx="3557775" cy="2461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Далее идёт первая работа в netbeans</a:t>
            </a:r>
            <a:endParaRPr/>
          </a:p>
        </p:txBody>
      </p:sp>
      <p:pic>
        <p:nvPicPr>
          <p:cNvPr id="82" name="Google Shape;82;p16" title="Программа готовая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325" y="1476850"/>
            <a:ext cx="3743325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Далее </a:t>
            </a:r>
            <a:r>
              <a:rPr lang="ru"/>
              <a:t>создаем</a:t>
            </a:r>
            <a:r>
              <a:rPr lang="ru"/>
              <a:t> калькулятор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775" y="1017725"/>
            <a:ext cx="455004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Последним этапом реализовываем 2 программы</a:t>
            </a:r>
            <a:endParaRPr/>
          </a:p>
        </p:txBody>
      </p:sp>
      <p:pic>
        <p:nvPicPr>
          <p:cNvPr id="94" name="Google Shape;94;p18" title="Овал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325" y="1266113"/>
            <a:ext cx="3930276" cy="261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 title="овал код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7300" y="1170125"/>
            <a:ext cx="4163000" cy="365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 вторая</a:t>
            </a:r>
            <a:endParaRPr/>
          </a:p>
        </p:txBody>
      </p:sp>
      <p:pic>
        <p:nvPicPr>
          <p:cNvPr id="101" name="Google Shape;101;p19" title="папич игра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9400" y="1534025"/>
            <a:ext cx="2313124" cy="153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 title="Папич проигрыш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4365" y="3113175"/>
            <a:ext cx="2163176" cy="143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 title="Код папича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640" y="1300322"/>
            <a:ext cx="5442425" cy="342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качестве завершающего шага создаем git</a:t>
            </a:r>
            <a:endParaRPr/>
          </a:p>
        </p:txBody>
      </p:sp>
      <p:pic>
        <p:nvPicPr>
          <p:cNvPr id="109" name="Google Shape;109;p20" title="g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175" y="1681375"/>
            <a:ext cx="7105650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